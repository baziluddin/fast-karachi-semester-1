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09FA5CC5-F723-4997-BE5A-5E59CA98CBFB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0D865378-EA43-4416-9661-D66B702B8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036957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5CC5-F723-4997-BE5A-5E59CA98CBFB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65378-EA43-4416-9661-D66B702B8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401167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5CC5-F723-4997-BE5A-5E59CA98CBFB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65378-EA43-4416-9661-D66B702B8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265438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5CC5-F723-4997-BE5A-5E59CA98CBFB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65378-EA43-4416-9661-D66B702B8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317341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5CC5-F723-4997-BE5A-5E59CA98CBFB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65378-EA43-4416-9661-D66B702B8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965640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5CC5-F723-4997-BE5A-5E59CA98CBFB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65378-EA43-4416-9661-D66B702B8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984600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5CC5-F723-4997-BE5A-5E59CA98CBFB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65378-EA43-4416-9661-D66B702B8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932114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5CC5-F723-4997-BE5A-5E59CA98CBFB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65378-EA43-4416-9661-D66B702B8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490267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5CC5-F723-4997-BE5A-5E59CA98CBFB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65378-EA43-4416-9661-D66B702B8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425759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5CC5-F723-4997-BE5A-5E59CA98CBFB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65378-EA43-4416-9661-D66B702B8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489153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5CC5-F723-4997-BE5A-5E59CA98CBFB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65378-EA43-4416-9661-D66B702B8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305641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5CC5-F723-4997-BE5A-5E59CA98CBFB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65378-EA43-4416-9661-D66B702B8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071068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5CC5-F723-4997-BE5A-5E59CA98CBFB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65378-EA43-4416-9661-D66B702B8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741562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5CC5-F723-4997-BE5A-5E59CA98CBFB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65378-EA43-4416-9661-D66B702B8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60705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5CC5-F723-4997-BE5A-5E59CA98CBFB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65378-EA43-4416-9661-D66B702B8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876892"/>
      </p:ext>
    </p:extLst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09FA5CC5-F723-4997-BE5A-5E59CA98CBFB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65378-EA43-4416-9661-D66B702B8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277794"/>
      </p:ext>
    </p:extLst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09FA5CC5-F723-4997-BE5A-5E59CA98CBFB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65378-EA43-4416-9661-D66B702B8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633035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09FA5CC5-F723-4997-BE5A-5E59CA98CBFB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0D865378-EA43-4416-9661-D66B702B8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784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ransition spd="slow">
    <p:push dir="u"/>
  </p:transition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31663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2">
              <a:lumMod val="5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spcCol="1828800" anchor="t" anchorCtr="1">
            <a:spAutoFit/>
          </a:bodyPr>
          <a:lstStyle/>
          <a:p>
            <a:pPr marL="0" indent="0">
              <a:buNone/>
            </a:pPr>
            <a:r>
              <a:rPr lang="en-US" dirty="0"/>
              <a:t>Welcome To My Presentation</a:t>
            </a:r>
          </a:p>
        </p:txBody>
      </p:sp>
    </p:spTree>
    <p:extLst>
      <p:ext uri="{BB962C8B-B14F-4D97-AF65-F5344CB8AC3E}">
        <p14:creationId xmlns:p14="http://schemas.microsoft.com/office/powerpoint/2010/main" val="315827559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xit" presetSubtype="32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xit" presetSubtype="32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3" dur="2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6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4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3" grpId="1" build="p" animBg="1"/>
      <p:bldP spid="3" grpId="2" build="p" animBg="1"/>
      <p:bldP spid="3" grpId="3" build="p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98" r="14298"/>
          <a:stretch>
            <a:fillRect/>
          </a:stretch>
        </p:blipFill>
        <p:spPr>
          <a:effectLst>
            <a:outerShdw blurRad="63500" sx="102000" sy="102000" algn="ctr" rotWithShape="0">
              <a:schemeClr val="accent3">
                <a:alpha val="40000"/>
              </a:schemeClr>
            </a:outerShdw>
          </a:effectLst>
        </p:spPr>
      </p:pic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15617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1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idx="1"/>
          </p:nvPr>
        </p:nvSpPr>
        <p:spPr/>
      </p:sp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76558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23</TotalTime>
  <Words>4</Words>
  <Application>Microsoft Office PowerPoint</Application>
  <PresentationFormat>Widescreen</PresentationFormat>
  <Paragraphs>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Century Gothic</vt:lpstr>
      <vt:lpstr>Wingdings 3</vt:lpstr>
      <vt:lpstr>Ion Boardroom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6</cp:revision>
  <dcterms:created xsi:type="dcterms:W3CDTF">2024-09-06T14:59:56Z</dcterms:created>
  <dcterms:modified xsi:type="dcterms:W3CDTF">2024-10-17T14:15:17Z</dcterms:modified>
</cp:coreProperties>
</file>